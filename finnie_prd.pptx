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274320"/>
            <a:ext cx="2103120" cy="2103120"/>
          </a:xfrm>
          <a:prstGeom prst="ellipse">
            <a:avLst/>
          </a:prstGeom>
          <a:solidFill>
            <a:srgbClr val="345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182880"/>
            <a:ext cx="1463040" cy="1463040"/>
          </a:xfrm>
          <a:prstGeom prst="ellipse">
            <a:avLst/>
          </a:prstGeom>
          <a:solidFill>
            <a:srgbClr val="00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BF1FA"/>
                </a:solidFill>
              </a:defRPr>
            </a:pPr>
            <a:r>
              <a:t>Finnie – AI Finance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B8D9"/>
                </a:solidFill>
              </a:defRPr>
            </a:pPr>
            <a:r>
              <a:t>Multi-agent, RAG-powered financial education and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BF1FA"/>
                </a:solidFill>
              </a:defRPr>
            </a:pPr>
            <a:r>
              <a:t>Built with Streamlit, OpenAI, LangChain/FAISS, yFinance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8082049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Barriers to investing: financial jargon, fear of mistakes, overwhelming choices.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Existing tools are generic and don’t align with personal goals or risk tolerance.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The gap: beginners lack trusted, real-time guidance that scales.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Goal: build Finnie—an intelligent assistant that teaches, explains, and 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contextualizes markets and portfolios.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What Finnie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8462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Chat with Finnie: ask “What is diversification?” and get grounded, beginner-friendly RAG explanations.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Portfolio Insights: input tickers and amounts to see diversification scores and volatility commentary.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Market Trends: snapshot of latest prices and 5-day % changes (e.g., SPY, AAPL).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Always educational: clear disclaimers; no direct “buy/sell” advice.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759931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Chat tab: show natural language explanations (e.g., “Explain what an ETF is”).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Portfolio Insights: sample portfolio (AAPL, MSFT, SPY) with a diversification score.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Market Trends: table showing price trends for user-defined tickers.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01495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Frontend: </a:t>
            </a:r>
            <a:r>
              <a:rPr dirty="0" err="1"/>
              <a:t>Streamlit</a:t>
            </a:r>
            <a:r>
              <a:rPr dirty="0"/>
              <a:t> app (streamlit_app.py).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AI layer: specialist agents in </a:t>
            </a:r>
            <a:r>
              <a:rPr dirty="0" err="1"/>
              <a:t>finn_agents</a:t>
            </a:r>
            <a:r>
              <a:rPr dirty="0"/>
              <a:t>/.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RAG &amp; data: markdown KB + FAISS index + </a:t>
            </a:r>
            <a:r>
              <a:rPr dirty="0" err="1"/>
              <a:t>yFinance</a:t>
            </a:r>
            <a:r>
              <a:rPr dirty="0"/>
              <a:t> for live market data.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LLM: OpenAI (gpt-4o-mini) via </a:t>
            </a:r>
            <a:r>
              <a:rPr dirty="0" err="1"/>
              <a:t>LangChain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Infra: </a:t>
            </a:r>
            <a:r>
              <a:rPr dirty="0" err="1"/>
              <a:t>Streamlit</a:t>
            </a:r>
            <a:r>
              <a:rPr dirty="0"/>
              <a:t> Community Cloud with </a:t>
            </a:r>
            <a:r>
              <a:rPr dirty="0" err="1"/>
              <a:t>secrets.toml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Agentic Design (The Team)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562504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 err="1"/>
              <a:t>RouterAgent</a:t>
            </a:r>
            <a:r>
              <a:rPr dirty="0"/>
              <a:t>: directs user intent (Education, Portfolio, Market).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 err="1"/>
              <a:t>EducationAgent</a:t>
            </a:r>
            <a:r>
              <a:rPr dirty="0"/>
              <a:t>: handles RAG-based grounded explanations.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 err="1"/>
              <a:t>PortfolioAgent</a:t>
            </a:r>
            <a:r>
              <a:rPr dirty="0"/>
              <a:t>: computes math-heavy metrics (entropy score, volatility).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 err="1"/>
              <a:t>MarketAgent</a:t>
            </a:r>
            <a:r>
              <a:rPr dirty="0"/>
              <a:t>: fetches recent price data via </a:t>
            </a:r>
            <a:r>
              <a:rPr dirty="0" err="1"/>
              <a:t>yFinance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 err="1"/>
              <a:t>ComplianceAgent</a:t>
            </a:r>
            <a:r>
              <a:rPr dirty="0"/>
              <a:t>: wraps every response in disclaimers and sanitizes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How Agentic Flow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67680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User asks: “How is the market today?”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Routing: RouterAgent classifies intent as “Market.”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Specialist handling: EducationAgent provides context while specialized tabs handle deep data.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Compliance: ComplianceAgent adds the final safety layer and disclaimer.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RAG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72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Sources: markdown files (kb_investing_basics.md, kb_glossary.md).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Indexing: FAISS vector index using </a:t>
            </a:r>
            <a:r>
              <a:rPr dirty="0" err="1"/>
              <a:t>OpenAIEmbeddings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Retrieval: </a:t>
            </a:r>
            <a:r>
              <a:rPr dirty="0" err="1"/>
              <a:t>kb.search</a:t>
            </a:r>
            <a:r>
              <a:rPr dirty="0"/>
              <a:t>(question, k=4) returns most relevant snippets for the LLM.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Benefit: grounded answers that are easy to update by adding new docs.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Portfolio &amp; Market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558C"/>
                </a:solidFill>
              </a:defRPr>
            </a:pPr>
            <a:r>
              <a:t>PortfolioAgent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568238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D42"/>
                </a:solidFill>
              </a:defRPr>
            </a:pPr>
            <a:r>
              <a:rPr dirty="0"/>
              <a:t>Normalizes weights and calculates entropy-based diversification.</a:t>
            </a:r>
          </a:p>
          <a:p>
            <a:pPr>
              <a:spcAft>
                <a:spcPts val="800"/>
              </a:spcAft>
              <a:defRPr sz="1800">
                <a:solidFill>
                  <a:srgbClr val="202D42"/>
                </a:solidFill>
              </a:defRPr>
            </a:pPr>
            <a:r>
              <a:rPr dirty="0"/>
              <a:t>Uses 30 days of returns to estimate annualized volatility.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1658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558C"/>
                </a:solidFill>
              </a:defRPr>
            </a:pPr>
            <a:r>
              <a:t>MarketAgent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471" y="1828800"/>
            <a:ext cx="2855422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D42"/>
                </a:solidFill>
              </a:defRPr>
            </a:pPr>
            <a:r>
              <a:rPr dirty="0"/>
              <a:t>Downloads 5-day history via </a:t>
            </a:r>
            <a:r>
              <a:rPr dirty="0" err="1"/>
              <a:t>yfinance.download</a:t>
            </a:r>
            <a:r>
              <a:rPr dirty="0"/>
              <a:t>().</a:t>
            </a:r>
          </a:p>
          <a:p>
            <a:pPr>
              <a:spcAft>
                <a:spcPts val="800"/>
              </a:spcAft>
              <a:defRPr sz="1800">
                <a:solidFill>
                  <a:srgbClr val="202D42"/>
                </a:solidFill>
              </a:defRPr>
            </a:pPr>
            <a:r>
              <a:rPr dirty="0"/>
              <a:t>Outputs a clean list of prices and trend percentages.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Reliability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209213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Error handling: try/except wraps prevent crashes; user-friendly messages shown instead of stack traces.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Testing suite: </a:t>
            </a:r>
            <a:r>
              <a:rPr dirty="0" err="1"/>
              <a:t>pytest</a:t>
            </a:r>
            <a:r>
              <a:rPr dirty="0"/>
              <a:t> covers routing logic and portfolio math (with mocked </a:t>
            </a:r>
            <a:r>
              <a:rPr dirty="0" err="1"/>
              <a:t>yfinance</a:t>
            </a:r>
            <a:r>
              <a:rPr dirty="0"/>
              <a:t> data).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Config safety: fast-failure if OPENAI_API_KEY is missing.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Deployment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Source control: hosted on GitHub (awssivajava/finnie-finance-assistant).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Platform: Streamlit Community Cloud.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t>Security: API keys managed via Streamlit secrets (never hardcoded).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1FA"/>
                </a:solidFill>
              </a:defRPr>
            </a:pPr>
            <a:r>
              <a:t>Roadmap /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74231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Short-term: integrate Market and Portfolio agents directly into the Chat tab.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Medium-term: add user accounts and </a:t>
            </a:r>
            <a:r>
              <a:rPr dirty="0" err="1"/>
              <a:t>RiskProfileAgents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202D42"/>
                </a:solidFill>
              </a:defRPr>
            </a:pPr>
            <a:r>
              <a:rPr dirty="0"/>
              <a:t>Long-term: multi-model support (Claude/Gemini) and factor exposure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592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 Gaddam</cp:lastModifiedBy>
  <cp:revision>2</cp:revision>
  <dcterms:created xsi:type="dcterms:W3CDTF">2013-01-27T09:14:16Z</dcterms:created>
  <dcterms:modified xsi:type="dcterms:W3CDTF">2026-03-08T17:29:14Z</dcterms:modified>
  <cp:category/>
</cp:coreProperties>
</file>